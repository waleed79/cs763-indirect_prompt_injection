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14"/>
  </p:notesMasterIdLst>
  <p:sldIdLst>
    <p:sldId id="256" r:id="rId2"/>
    <p:sldId id="267" r:id="rId3"/>
    <p:sldId id="257" r:id="rId4"/>
    <p:sldId id="258" r:id="rId5"/>
    <p:sldId id="263" r:id="rId6"/>
    <p:sldId id="259" r:id="rId7"/>
    <p:sldId id="260" r:id="rId8"/>
    <p:sldId id="261" r:id="rId9"/>
    <p:sldId id="262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1"/>
    <p:restoredTop sz="94668"/>
  </p:normalViewPr>
  <p:slideViewPr>
    <p:cSldViewPr snapToGrid="0">
      <p:cViewPr varScale="1">
        <p:scale>
          <a:sx n="151" d="100"/>
          <a:sy n="151" d="100"/>
        </p:scale>
        <p:origin x="20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E76BE-09F5-8C44-BCEE-B2D282E852B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B009B8-C1E0-824E-8E14-7154BF61F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76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By the end of Phase 1, we should clearly understand </a:t>
            </a:r>
            <a:r>
              <a:rPr lang="en-US" i="1" dirty="0"/>
              <a:t>what</a:t>
            </a:r>
            <a:r>
              <a:rPr lang="en-US" dirty="0"/>
              <a:t> you’re doing and </a:t>
            </a:r>
            <a:r>
              <a:rPr lang="en-US" i="0" dirty="0"/>
              <a:t>why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B009B8-C1E0-824E-8E14-7154BF61FAC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04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1/20/26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1/20/26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1/20/26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1/20/26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1/20/26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B3B9-ABC3-6DD3-D65F-623CDB9149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 763 Final project guidelines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932A01-A1B2-1452-5F9F-58FD5CD2F7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Instructor: Prof. Somesh Jha</a:t>
            </a:r>
          </a:p>
          <a:p>
            <a:r>
              <a:rPr lang="en-US" dirty="0"/>
              <a:t>TA: Saikumar Yadugiri (</a:t>
            </a:r>
            <a:r>
              <a:rPr lang="en-US" dirty="0" err="1"/>
              <a:t>saikumar@cs.wisc.edu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57767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368ED-C79A-0485-38CD-05B167A4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CE22F-D9D6-23B9-865C-848BE3F24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office hours – Thursdays 5:30 PM to 6:30 PM</a:t>
            </a:r>
          </a:p>
          <a:p>
            <a:r>
              <a:rPr lang="en-US" dirty="0"/>
              <a:t>Venue: Morgridge Hall 7675 (7</a:t>
            </a:r>
            <a:r>
              <a:rPr lang="en-US" baseline="30000" dirty="0"/>
              <a:t>th</a:t>
            </a:r>
            <a:r>
              <a:rPr lang="en-US" dirty="0"/>
              <a:t> floor)</a:t>
            </a:r>
          </a:p>
          <a:p>
            <a:r>
              <a:rPr lang="en-US" dirty="0"/>
              <a:t>Any changes to regular schedule will be announced on Canvas.</a:t>
            </a:r>
          </a:p>
        </p:txBody>
      </p:sp>
    </p:spTree>
    <p:extLst>
      <p:ext uri="{BB962C8B-B14F-4D97-AF65-F5344CB8AC3E}">
        <p14:creationId xmlns:p14="http://schemas.microsoft.com/office/powerpoint/2010/main" val="154961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C29FE-1823-77C8-147F-8B042994A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1617D-04BA-6EC2-EDB5-554BFC3CE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project constitutes 40% of your grade in the class</a:t>
            </a:r>
          </a:p>
          <a:p>
            <a:r>
              <a:rPr lang="en-US" dirty="0"/>
              <a:t>Similar to research projects, we will focus on iterative approach with feedback</a:t>
            </a:r>
          </a:p>
          <a:p>
            <a:r>
              <a:rPr lang="en-US" dirty="0"/>
              <a:t>Topic can vary but not the structure</a:t>
            </a:r>
          </a:p>
        </p:txBody>
      </p:sp>
    </p:spTree>
    <p:extLst>
      <p:ext uri="{BB962C8B-B14F-4D97-AF65-F5344CB8AC3E}">
        <p14:creationId xmlns:p14="http://schemas.microsoft.com/office/powerpoint/2010/main" val="2683828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7D7C140F-34E3-9F30-C015-6EC04F948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composition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6F3E4CA-53E6-3823-44BD-A1A46223E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will work in teams of 2</a:t>
            </a:r>
          </a:p>
          <a:p>
            <a:r>
              <a:rPr lang="en-US" dirty="0"/>
              <a:t>3 if you can justify it</a:t>
            </a:r>
          </a:p>
          <a:p>
            <a:r>
              <a:rPr lang="en-US" dirty="0"/>
              <a:t>Individual projects are discouraged (unless instructor allows)</a:t>
            </a:r>
          </a:p>
        </p:txBody>
      </p:sp>
    </p:spTree>
    <p:extLst>
      <p:ext uri="{BB962C8B-B14F-4D97-AF65-F5344CB8AC3E}">
        <p14:creationId xmlns:p14="http://schemas.microsoft.com/office/powerpoint/2010/main" val="602229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E3955-2284-F3A1-5EDA-D1D5434F3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0F1BFE82-208C-83DB-3CDB-D7C26D7E4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1E1D4E98-9CD5-F896-1730-14EB1F854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repo for code</a:t>
            </a:r>
          </a:p>
          <a:p>
            <a:pPr lvl="1"/>
            <a:r>
              <a:rPr lang="en-US" dirty="0"/>
              <a:t>Make sure to have instructions on how to replicate your results</a:t>
            </a:r>
          </a:p>
          <a:p>
            <a:r>
              <a:rPr lang="en-US" dirty="0"/>
              <a:t>Final presentation and any plots/images.</a:t>
            </a:r>
          </a:p>
        </p:txBody>
      </p:sp>
    </p:spTree>
    <p:extLst>
      <p:ext uri="{BB962C8B-B14F-4D97-AF65-F5344CB8AC3E}">
        <p14:creationId xmlns:p14="http://schemas.microsoft.com/office/powerpoint/2010/main" val="2025404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E519A-2ED9-82AA-D5CD-DDC60666F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5894832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6D43E-5BDA-4A3A-BEF1-91EE70D80F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3243" y="2638044"/>
            <a:ext cx="5963317" cy="326320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Pre-proposal – 10%</a:t>
            </a:r>
          </a:p>
          <a:p>
            <a:r>
              <a:rPr lang="en-US" dirty="0"/>
              <a:t>Phase 1 – 20%</a:t>
            </a:r>
          </a:p>
          <a:p>
            <a:r>
              <a:rPr lang="en-US" dirty="0"/>
              <a:t>Phase 2 – 20%</a:t>
            </a:r>
          </a:p>
          <a:p>
            <a:r>
              <a:rPr lang="en-US" dirty="0"/>
              <a:t>Phase 3 – 20%</a:t>
            </a:r>
          </a:p>
          <a:p>
            <a:r>
              <a:rPr lang="en-US" dirty="0"/>
              <a:t>Final Presentation – 30%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9398A9-0D0D-4901-BDDF-B3D93CECA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6706" y="964692"/>
            <a:ext cx="3986784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1FEC3B-E514-4E21-B2CB-7903A7356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1298" y="1128683"/>
            <a:ext cx="3657600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long shot of a road&#10;&#10;AI-generated content may be incorrect.">
            <a:extLst>
              <a:ext uri="{FF2B5EF4-FFF2-40B4-BE49-F238E27FC236}">
                <a16:creationId xmlns:a16="http://schemas.microsoft.com/office/drawing/2014/main" id="{C49C7F90-6C8F-F532-EE70-610E7A629F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715890" y="2367878"/>
            <a:ext cx="3328416" cy="2130186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DC3C14F-2ACF-2FC8-129A-1648A1D98891}"/>
              </a:ext>
            </a:extLst>
          </p:cNvPr>
          <p:cNvSpPr/>
          <p:nvPr/>
        </p:nvSpPr>
        <p:spPr>
          <a:xfrm>
            <a:off x="803243" y="5016380"/>
            <a:ext cx="5963316" cy="101305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Share a google doc that you will update throughout these phases with us</a:t>
            </a:r>
          </a:p>
        </p:txBody>
      </p:sp>
    </p:spTree>
    <p:extLst>
      <p:ext uri="{BB962C8B-B14F-4D97-AF65-F5344CB8AC3E}">
        <p14:creationId xmlns:p14="http://schemas.microsoft.com/office/powerpoint/2010/main" val="119278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F5E81-D125-ED19-1421-E7F178807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78865-EB15-FE43-D2F7-62617A1A8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 a very high level information about your project / idea</a:t>
            </a:r>
          </a:p>
          <a:p>
            <a:r>
              <a:rPr lang="en-US" dirty="0"/>
              <a:t>Motivation for your problem statement</a:t>
            </a:r>
          </a:p>
          <a:p>
            <a:r>
              <a:rPr lang="en-US" dirty="0"/>
              <a:t>A rough execution plan</a:t>
            </a:r>
          </a:p>
          <a:p>
            <a:r>
              <a:rPr lang="en-US" dirty="0"/>
              <a:t>Team details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BF3748-850B-03EF-90EC-37AA07C2EE9E}"/>
              </a:ext>
            </a:extLst>
          </p:cNvPr>
          <p:cNvSpPr/>
          <p:nvPr/>
        </p:nvSpPr>
        <p:spPr>
          <a:xfrm>
            <a:off x="3827091" y="4760007"/>
            <a:ext cx="4537817" cy="615298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a fully polished problem!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A5176C0-DB70-7DFC-09DD-0603F2C4689E}"/>
              </a:ext>
            </a:extLst>
          </p:cNvPr>
          <p:cNvSpPr/>
          <p:nvPr/>
        </p:nvSpPr>
        <p:spPr>
          <a:xfrm>
            <a:off x="5879507" y="3606325"/>
            <a:ext cx="3666145" cy="6409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Deadline: Wed Mar 18</a:t>
            </a:r>
          </a:p>
        </p:txBody>
      </p:sp>
    </p:spTree>
    <p:extLst>
      <p:ext uri="{BB962C8B-B14F-4D97-AF65-F5344CB8AC3E}">
        <p14:creationId xmlns:p14="http://schemas.microsoft.com/office/powerpoint/2010/main" val="212540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5D68A-7B3F-9DE8-5B00-7072B14E5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E70AA-D808-154C-242B-A8B41073E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clear problem statement with strong motivation</a:t>
            </a:r>
          </a:p>
          <a:p>
            <a:r>
              <a:rPr lang="en-US" dirty="0"/>
              <a:t>Literature survey to justify problem’s importance / background of problem</a:t>
            </a:r>
          </a:p>
          <a:p>
            <a:r>
              <a:rPr lang="en-US" dirty="0"/>
              <a:t>Initial results encouraged but not needed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016F9C-6B2F-812F-BB73-19739AFD5A78}"/>
              </a:ext>
            </a:extLst>
          </p:cNvPr>
          <p:cNvSpPr/>
          <p:nvPr/>
        </p:nvSpPr>
        <p:spPr>
          <a:xfrm>
            <a:off x="3114342" y="4880252"/>
            <a:ext cx="5963316" cy="101305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your google doc with this information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55C6F7E-C937-8C11-EF91-6155C2D3D637}"/>
              </a:ext>
            </a:extLst>
          </p:cNvPr>
          <p:cNvSpPr/>
          <p:nvPr/>
        </p:nvSpPr>
        <p:spPr>
          <a:xfrm>
            <a:off x="5998040" y="3997001"/>
            <a:ext cx="3666145" cy="6409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Deadline: Fri Mar 27</a:t>
            </a:r>
          </a:p>
        </p:txBody>
      </p:sp>
    </p:spTree>
    <p:extLst>
      <p:ext uri="{BB962C8B-B14F-4D97-AF65-F5344CB8AC3E}">
        <p14:creationId xmlns:p14="http://schemas.microsoft.com/office/powerpoint/2010/main" val="7970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E8726-7168-0A75-2C43-724BF0EFD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3993C-2E04-81B3-CE1B-B8576A23C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0DFDA-7CCD-BCA4-A3E9-019B44440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Preliminary results are expected.  Also mention any major hurdles</a:t>
            </a:r>
          </a:p>
          <a:p>
            <a:r>
              <a:rPr lang="en-US" dirty="0"/>
              <a:t>A clear write-up on technical approach and design choices (any special algorithms used, etc.)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4FC44C9-13B7-1F98-A2EB-E735970B0B64}"/>
              </a:ext>
            </a:extLst>
          </p:cNvPr>
          <p:cNvSpPr/>
          <p:nvPr/>
        </p:nvSpPr>
        <p:spPr>
          <a:xfrm>
            <a:off x="3114342" y="4880252"/>
            <a:ext cx="5963316" cy="101305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your google doc with this information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EA18A25-3DAE-CEEB-5995-D0AE922F95D2}"/>
              </a:ext>
            </a:extLst>
          </p:cNvPr>
          <p:cNvSpPr/>
          <p:nvPr/>
        </p:nvSpPr>
        <p:spPr>
          <a:xfrm>
            <a:off x="5998040" y="3997001"/>
            <a:ext cx="3666145" cy="6409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Deadline: Sun Apr 12</a:t>
            </a:r>
          </a:p>
        </p:txBody>
      </p:sp>
    </p:spTree>
    <p:extLst>
      <p:ext uri="{BB962C8B-B14F-4D97-AF65-F5344CB8AC3E}">
        <p14:creationId xmlns:p14="http://schemas.microsoft.com/office/powerpoint/2010/main" val="16599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3B4D1-F10B-9960-AD29-524748270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E62CB-1106-8771-0D4C-23BA4FE34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- 3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15BCD-7CD4-DC4E-E948-2F851EA90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results, evaluations, and findings.</a:t>
            </a:r>
          </a:p>
          <a:p>
            <a:r>
              <a:rPr lang="en-US" dirty="0"/>
              <a:t>Mention any limitations you faced or any technical hurdles</a:t>
            </a:r>
          </a:p>
          <a:p>
            <a:r>
              <a:rPr lang="en-US" dirty="0"/>
              <a:t>Strong analysis matters more than perfect results.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BFC551D-8C96-DCEA-1733-F078D6AC8BFE}"/>
              </a:ext>
            </a:extLst>
          </p:cNvPr>
          <p:cNvSpPr/>
          <p:nvPr/>
        </p:nvSpPr>
        <p:spPr>
          <a:xfrm>
            <a:off x="3114342" y="4880252"/>
            <a:ext cx="5963316" cy="1013056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your google doc with this information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ED2F0E1-A00C-1228-2663-B1B15D0C0238}"/>
              </a:ext>
            </a:extLst>
          </p:cNvPr>
          <p:cNvSpPr/>
          <p:nvPr/>
        </p:nvSpPr>
        <p:spPr>
          <a:xfrm>
            <a:off x="5998040" y="3997001"/>
            <a:ext cx="3666145" cy="6409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Deadline: Thu Apr 30</a:t>
            </a:r>
          </a:p>
        </p:txBody>
      </p:sp>
    </p:spTree>
    <p:extLst>
      <p:ext uri="{BB962C8B-B14F-4D97-AF65-F5344CB8AC3E}">
        <p14:creationId xmlns:p14="http://schemas.microsoft.com/office/powerpoint/2010/main" val="2714784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4779C-B8A1-C80E-BC97-C2EB45DFE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E0FCA-1AC6-D3D5-5D37-91B58FB05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FA5BF-DD78-6850-0A56-1F3CBBC33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10-12 min presentation of final project per team (timing will be adjusted later).</a:t>
            </a:r>
          </a:p>
          <a:p>
            <a:r>
              <a:rPr lang="en-US" dirty="0"/>
              <a:t>If you have a clear write-up, it will be easy to make it into a presentation.</a:t>
            </a:r>
          </a:p>
          <a:p>
            <a:r>
              <a:rPr lang="en-US" dirty="0"/>
              <a:t>This is not for us but for your fellow students.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04DD034-39C9-F96B-B62B-17BDEEBB5B09}"/>
              </a:ext>
            </a:extLst>
          </p:cNvPr>
          <p:cNvSpPr/>
          <p:nvPr/>
        </p:nvSpPr>
        <p:spPr>
          <a:xfrm>
            <a:off x="2018707" y="4928334"/>
            <a:ext cx="3666145" cy="6409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Date: Tue May 5 &amp; Thu May 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F759FC3-6D1A-BEDA-3198-5E4B161C3E6B}"/>
              </a:ext>
            </a:extLst>
          </p:cNvPr>
          <p:cNvSpPr/>
          <p:nvPr/>
        </p:nvSpPr>
        <p:spPr>
          <a:xfrm>
            <a:off x="6096000" y="4928334"/>
            <a:ext cx="3666145" cy="6409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Exact time will be announced later</a:t>
            </a:r>
          </a:p>
        </p:txBody>
      </p:sp>
    </p:spTree>
    <p:extLst>
      <p:ext uri="{BB962C8B-B14F-4D97-AF65-F5344CB8AC3E}">
        <p14:creationId xmlns:p14="http://schemas.microsoft.com/office/powerpoint/2010/main" val="2216227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7CADE-46EF-5D2F-3E82-E4A8345D2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5599A-522C-8999-F933-94421EA56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5894832" cy="1188720"/>
          </a:xfrm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CDF20-BA86-836B-81AD-6D93B2DF6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3243" y="2638044"/>
            <a:ext cx="5963317" cy="326320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Pre-proposal – 10% (Wed Mar 18</a:t>
            </a:r>
            <a:r>
              <a:rPr lang="en-US" baseline="30000" dirty="0"/>
              <a:t>th</a:t>
            </a:r>
            <a:r>
              <a:rPr lang="en-US" dirty="0"/>
              <a:t> 11:59 PM)</a:t>
            </a:r>
          </a:p>
          <a:p>
            <a:r>
              <a:rPr lang="en-US" dirty="0"/>
              <a:t>Phase 1 – 20% (Fri Mar 27</a:t>
            </a:r>
            <a:r>
              <a:rPr lang="en-US" baseline="30000" dirty="0"/>
              <a:t>th </a:t>
            </a:r>
            <a:r>
              <a:rPr lang="en-US" dirty="0"/>
              <a:t>11:59 PM)</a:t>
            </a:r>
          </a:p>
          <a:p>
            <a:r>
              <a:rPr lang="en-US" dirty="0"/>
              <a:t>Phase 2 – 20% (Sun Apr 12</a:t>
            </a:r>
            <a:r>
              <a:rPr lang="en-US" baseline="30000" dirty="0"/>
              <a:t>th</a:t>
            </a:r>
            <a:r>
              <a:rPr lang="en-US" dirty="0"/>
              <a:t> 11:59 PM)</a:t>
            </a:r>
          </a:p>
          <a:p>
            <a:r>
              <a:rPr lang="en-US" dirty="0"/>
              <a:t>Phase 3 – 20% (Thu Apr 30</a:t>
            </a:r>
            <a:r>
              <a:rPr lang="en-US" baseline="30000" dirty="0"/>
              <a:t>th</a:t>
            </a:r>
            <a:r>
              <a:rPr lang="en-US" dirty="0"/>
              <a:t> 11:59 PM)</a:t>
            </a:r>
          </a:p>
          <a:p>
            <a:r>
              <a:rPr lang="en-US" dirty="0"/>
              <a:t>Final Presentation – 30% (Tue May 5 &amp; Thu May 7)</a:t>
            </a:r>
          </a:p>
        </p:txBody>
      </p:sp>
      <p:pic>
        <p:nvPicPr>
          <p:cNvPr id="6" name="Content Placeholder 5" descr="A long shot of a road&#10;&#10;AI-generated content may be incorrect.">
            <a:extLst>
              <a:ext uri="{FF2B5EF4-FFF2-40B4-BE49-F238E27FC236}">
                <a16:creationId xmlns:a16="http://schemas.microsoft.com/office/drawing/2014/main" id="{9CBC1F43-7BC2-0585-2DA6-5F78CC8790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715890" y="2367878"/>
            <a:ext cx="3328416" cy="213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71878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717</TotalTime>
  <Words>469</Words>
  <Application>Microsoft Macintosh PowerPoint</Application>
  <PresentationFormat>Widescreen</PresentationFormat>
  <Paragraphs>64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Gill Sans MT</vt:lpstr>
      <vt:lpstr>Parcel</vt:lpstr>
      <vt:lpstr>CS 763 Final project guidelines</vt:lpstr>
      <vt:lpstr>Logistics</vt:lpstr>
      <vt:lpstr>Overview</vt:lpstr>
      <vt:lpstr>Team composition</vt:lpstr>
      <vt:lpstr>Deliverables</vt:lpstr>
      <vt:lpstr>roadmap</vt:lpstr>
      <vt:lpstr>Pre-proposal</vt:lpstr>
      <vt:lpstr>Phase - 1</vt:lpstr>
      <vt:lpstr>Phase - 2</vt:lpstr>
      <vt:lpstr>Phase - 3</vt:lpstr>
      <vt:lpstr>Final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Saikumar Yadugiri</dc:creator>
  <cp:lastModifiedBy>Saikumar Yadugiri</cp:lastModifiedBy>
  <cp:revision>68</cp:revision>
  <dcterms:created xsi:type="dcterms:W3CDTF">2026-01-11T19:39:48Z</dcterms:created>
  <dcterms:modified xsi:type="dcterms:W3CDTF">2026-01-20T21:56:35Z</dcterms:modified>
</cp:coreProperties>
</file>